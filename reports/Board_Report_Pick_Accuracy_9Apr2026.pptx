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 LED — WAREHOUSE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Accuracy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 Report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6-month baseline + live monitoring · Feb – 10 Apr 2026 · 1,670 orders tracked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502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BFCF"/>
                </a:solidFill>
              </a:rPr>
              <a:t>Board Report
</a:t>
            </a:r>
            <a:pPr algn="ctr" indent="0" marL="0">
              <a:buNone/>
            </a:pPr>
            <a:r>
              <a:rPr lang="en-US" sz="800" dirty="0">
                <a:solidFill>
                  <a:srgbClr val="8899B8"/>
                </a:solidFill>
              </a:rPr>
              <a:t>9 April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MANAGEMENT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ACCURACY — 6-MONTH BASELINE VS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9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6-month baseline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9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(28% error rate)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89.6%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30352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9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Post-scanner average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899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(10.4% error rate)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rate cut from 28% to 10.4% — a 63% reduction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Rapid LED · Board Report · 9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Journey: 72% → 89.6%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6-MONTH BASELINE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 25 – Jan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POST-STOCKTAKE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– 22 Mar 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POST-SCANNER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89.6%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Mar – 10 Apr 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1325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1325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43200"/>
            <a:ext cx="196596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163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ACCURACY GAIN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+17.6pp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72% → 89.6%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2743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743200"/>
            <a:ext cx="19659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0" y="28163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RATE CUT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560320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-63%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28% → 10.4%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743200"/>
            <a:ext cx="196596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8163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TRACKED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54880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1,670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3,920 picks monitored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2743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743200"/>
            <a:ext cx="19659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281635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STOCKTAKE IMPACT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949440" y="30358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+11pp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949440" y="361188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72% → 83.2%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Rapid LED · Board Report · 9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2626"/>
                </a:solidFill>
              </a:rPr>
              <a:t>Previous Report: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28% error rate (72% accuracy) over 6 months — classified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2626"/>
                </a:solidFill>
              </a:rPr>
              <a:t>"Operational Chaos"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 by industry standards (WERC, DHL, Logistics Bureau).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March — Stocktake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Bin locations corrected across the warehouse.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Accuracy: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C2626"/>
                </a:solidFill>
              </a:rPr>
              <a:t>72%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→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83.2%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 (+11pp)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March — Scanner Rollout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Barcode verification at pick point.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Accuracy: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83.2%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 → 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6A34A"/>
                </a:solidFill>
              </a:rPr>
              <a:t>89.6%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6A34A"/>
                </a:solidFill>
              </a:rPr>
              <a:t> (+6.4pp)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F7D0"/>
                </a:solidFill>
              </a:rPr>
              <a:t>Combined improvement: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+17.6 percentage points</a:t>
            </a:r>
            <a:pPr algn="ctr" indent="0" marL="0">
              <a:buNone/>
            </a:pPr>
            <a:r>
              <a:rPr lang="en-US" sz="1300" dirty="0">
                <a:solidFill>
                  <a:srgbClr val="BBF7D0"/>
                </a:solidFill>
              </a:rPr>
              <a:t>  ·  Error rate: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28% → 10.4%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Rapid LED · Board Report · 9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Accuracy Trend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Period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Picks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Accuracy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Feb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71.6%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Feb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77.3%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 Feb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80.5%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Mar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Mar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86.3%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📋  STOCKTAKE — 13 MARCH 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– 22 Mar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83.2%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📱  SCANNER INTRODUCED — 23 MARCH 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 Mar – 10 Apr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1,264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2,918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89.6% ★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8229600" cy="457200"/>
          </a:xfrm>
          <a:prstGeom prst="roundRect">
            <a:avLst/>
          </a:prstGeom>
          <a:solidFill>
            <a:srgbClr val="DCFCE7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Rapid LED · Board Report · 9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of Remaining Errors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The remaining errors are primarily from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</a:rPr>
              <a:t>orders processed manually by the office team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. Incorrect bin allocation at order entry causes the system to direct pickers to wrong locations.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This is not a warehouse problem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 — it's a data accuracy issue from office processes.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73152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Manual 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orders in Cin7 with incorrect or outdated bin locations. System points pickers to wrong location.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377440"/>
            <a:ext cx="73152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Pick Errors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human mistakes. Significantly reduced by scanner — now under 2% of all picks.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Rapid LED · Board Report · 9 April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Stocktake + Scanner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Stocktake 13 Mar corrected bins.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Scanners deployed 23 Mar.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72% → 89.6%.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05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IN PROGRESS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Process Fix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to office team.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bin allocation on all manual orders.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stock locator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005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TARGET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6364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97–98% Accuracy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Achievable once office processes corrected.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monitoring in place.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tracking of all picks.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6653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TARGET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97–98%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F7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Achievable once office stock allocation is corrected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Rapid LED · Board Report · 9 April 2026 · Confidential — Management Use Only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Rapid LED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 Accuracy Improvement Report — 9 April 2026</dc:title>
  <dc:subject>Pick Accuracy Board Report</dc:subject>
  <dc:creator>Rapid LED — Warehouse Operations</dc:creator>
  <cp:lastModifiedBy>Rapid LED — Warehouse Operations</cp:lastModifiedBy>
  <cp:revision>1</cp:revision>
  <dcterms:created xsi:type="dcterms:W3CDTF">2026-04-09T02:16:48Z</dcterms:created>
  <dcterms:modified xsi:type="dcterms:W3CDTF">2026-04-09T02:16:48Z</dcterms:modified>
</cp:coreProperties>
</file>