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Relationship Id="rId3" Type="http://schemas.openxmlformats.org/officeDocument/2006/relationships/image" Target="../media/image2.png"/><Relationship Id="rId4" Type="http://schemas.openxmlformats.org/officeDocument/2006/relationships/image" Target="../media/image3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Relationship Id="rId3" Type="http://schemas.openxmlformats.org/officeDocument/2006/relationships/image" Target="../media/image5.png"/><Relationship Id="rId4" Type="http://schemas.openxmlformats.org/officeDocument/2006/relationships/image" Target="../media/image3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Warehouse Cost In vs Cost Out – Per Location  |  Q1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68680"/>
            <a:ext cx="4434840" cy="51206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868680"/>
            <a:ext cx="443484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217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888888"/>
                </a:solidFill>
              </a:defRPr>
            </a:pPr>
            <a:r>
              <a:t>Source: Cin7 Inventory Movement Details Report  |  Includes Purchase, Sale, StockTransfer, StockTake movements</a:t>
            </a:r>
          </a:p>
        </p:txBody>
      </p:sp>
      <p:pic>
        <p:nvPicPr>
          <p:cNvPr id="8" name="Picture 7" descr="rapid-expr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6309360"/>
            <a:ext cx="1371600" cy="4572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40080"/>
          </a:xfrm>
          <a:prstGeom prst="rect">
            <a:avLst/>
          </a:prstGeom>
          <a:solidFill>
            <a:srgbClr val="0B1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640080"/>
            <a:ext cx="9144000" cy="36576"/>
          </a:xfrm>
          <a:prstGeom prst="rect">
            <a:avLst/>
          </a:prstGeom>
          <a:solidFill>
            <a:srgbClr val="D4A01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365760" y="73152"/>
            <a:ext cx="841248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000" b="1">
                <a:solidFill>
                  <a:srgbClr val="FFFFFF"/>
                </a:solidFill>
              </a:defRPr>
            </a:pPr>
            <a:r>
              <a:t>All Warehouses Combined – Cost In vs Cost Out  |  Q1 2026</a:t>
            </a:r>
          </a:p>
        </p:txBody>
      </p:sp>
      <p:pic>
        <p:nvPicPr>
          <p:cNvPr id="5" name="Picture 4" descr="imag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160" y="868680"/>
            <a:ext cx="4434840" cy="5120640"/>
          </a:xfrm>
          <a:prstGeom prst="rect">
            <a:avLst/>
          </a:prstGeom>
        </p:spPr>
      </p:pic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617720" y="868680"/>
            <a:ext cx="4434840" cy="512064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274320" y="6217920"/>
            <a:ext cx="859536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 i="1">
                <a:solidFill>
                  <a:srgbClr val="888888"/>
                </a:solidFill>
              </a:defRPr>
            </a:pPr>
            <a:r>
              <a:t>Cost In = Purchases + Returns + Transfers In  |  Cost Out = Sales + Transfers Out  |  All 8 warehouses aggregated</a:t>
            </a:r>
          </a:p>
        </p:txBody>
      </p:sp>
      <p:pic>
        <p:nvPicPr>
          <p:cNvPr id="8" name="Picture 7" descr="rapid-express-logo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7498079" y="6309360"/>
            <a:ext cx="1371600" cy="4572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