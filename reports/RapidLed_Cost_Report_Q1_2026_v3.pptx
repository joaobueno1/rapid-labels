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Branch Cost In vs Cost Out  |  Brisbane · Sunshine Coast · Sydney  |  Q1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68680"/>
            <a:ext cx="4434840" cy="51206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868680"/>
            <a:ext cx="443484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217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888888"/>
                </a:solidFill>
              </a:defRPr>
            </a:pPr>
            <a:r>
              <a:t>Source: Cin7 Inventory Movement Details Report  |  Includes Purchase, Sale, StockTransfer, StockTake movements</a:t>
            </a:r>
          </a:p>
        </p:txBody>
      </p:sp>
      <p:pic>
        <p:nvPicPr>
          <p:cNvPr id="8" name="Picture 7" descr="rapid-expr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6309360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 Branches Combined – Cost In vs Cost Out  |  Q1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68680"/>
            <a:ext cx="4434840" cy="51206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868680"/>
            <a:ext cx="443484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217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888888"/>
                </a:solidFill>
              </a:defRPr>
            </a:pPr>
            <a:r>
              <a:t>Cost In = Purchases + Returns + Transfers In  |  Cost Out = Sales + Transfers Out  |  Brisbane + Sunshine Coast + Sydney</a:t>
            </a:r>
          </a:p>
        </p:txBody>
      </p:sp>
      <p:pic>
        <p:nvPicPr>
          <p:cNvPr id="8" name="Picture 7" descr="rapid-expr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6309360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